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70" r:id="rId11"/>
    <p:sldId id="267" r:id="rId12"/>
    <p:sldId id="268" r:id="rId13"/>
    <p:sldId id="271" r:id="rId14"/>
    <p:sldId id="269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lapértelmezett szakasz" id="{B9FDDF04-75A6-4E02-A5EC-99A47B42345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5"/>
            <p14:sldId id="266"/>
            <p14:sldId id="270"/>
            <p14:sldId id="267"/>
            <p14:sldId id="268"/>
            <p14:sldId id="271"/>
            <p14:sldId id="269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34261E-88F3-4ADB-B681-45029B5DDCD8}" v="755" dt="2022-04-30T11:50:07.0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smtClean="0"/>
              <a:t>4/30/2022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494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smtClean="0"/>
              <a:t>4/30/2022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180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smtClean="0"/>
              <a:t>4/30/2022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080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smtClean="0"/>
              <a:t>4/30/2022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026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smtClean="0"/>
              <a:t>4/30/2022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09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smtClean="0"/>
              <a:t>4/30/2022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771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smtClean="0"/>
              <a:t>4/30/2022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304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smtClean="0"/>
              <a:t>4/30/2022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952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smtClean="0"/>
              <a:t>4/30/2022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155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4/30/2022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16678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4/30/2022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50143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4/30/2022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1380584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4/30/2022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26300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4/30/2022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03308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4/30/2022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243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smtClean="0"/>
              <a:t>4/30/2022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08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smtClean="0"/>
              <a:t>4/30/2022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400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smtClean="0"/>
              <a:t>4/30/2022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0476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E-</a:t>
            </a:r>
            <a:r>
              <a:rPr lang="hu-HU" dirty="0" err="1"/>
              <a:t>Commerce</a:t>
            </a:r>
            <a:r>
              <a:rPr lang="hu-HU" dirty="0"/>
              <a:t> Webshop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hu-HU" dirty="0"/>
              <a:t>Made </a:t>
            </a:r>
            <a:r>
              <a:rPr lang="hu-HU" dirty="0" err="1"/>
              <a:t>by</a:t>
            </a:r>
            <a:r>
              <a:rPr lang="hu-HU" dirty="0"/>
              <a:t>: Varga Bianka</a:t>
            </a:r>
          </a:p>
          <a:p>
            <a:r>
              <a:rPr lang="hu-HU" dirty="0"/>
              <a:t>Kocsis Gábor</a:t>
            </a:r>
          </a:p>
          <a:p>
            <a:r>
              <a:rPr lang="hu-HU" dirty="0"/>
              <a:t>Nánási Zoltán</a:t>
            </a:r>
          </a:p>
        </p:txBody>
      </p:sp>
    </p:spTree>
    <p:extLst>
      <p:ext uri="{BB962C8B-B14F-4D97-AF65-F5344CB8AC3E}">
        <p14:creationId xmlns:p14="http://schemas.microsoft.com/office/powerpoint/2010/main" val="270594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Functions</a:t>
            </a:r>
            <a:r>
              <a:rPr lang="hu-HU" dirty="0"/>
              <a:t> of </a:t>
            </a:r>
            <a:r>
              <a:rPr lang="hu-HU" dirty="0" err="1"/>
              <a:t>the</a:t>
            </a:r>
            <a:r>
              <a:rPr lang="hu-HU" dirty="0"/>
              <a:t> program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dirty="0" err="1"/>
              <a:t>Registration</a:t>
            </a:r>
            <a:r>
              <a:rPr lang="hu-HU" dirty="0"/>
              <a:t> / Login</a:t>
            </a:r>
            <a:endParaRPr lang="hu-HU"/>
          </a:p>
          <a:p>
            <a:r>
              <a:rPr lang="hu-HU" dirty="0"/>
              <a:t>Edit </a:t>
            </a:r>
            <a:r>
              <a:rPr lang="hu-HU" dirty="0" err="1"/>
              <a:t>own</a:t>
            </a:r>
            <a:r>
              <a:rPr lang="hu-HU" dirty="0"/>
              <a:t> </a:t>
            </a:r>
            <a:r>
              <a:rPr lang="hu-HU" dirty="0" err="1"/>
              <a:t>profile</a:t>
            </a:r>
            <a:endParaRPr lang="hu-HU" dirty="0"/>
          </a:p>
          <a:p>
            <a:r>
              <a:rPr lang="hu-HU" dirty="0" err="1"/>
              <a:t>Buy</a:t>
            </a:r>
            <a:r>
              <a:rPr lang="hu-HU" dirty="0"/>
              <a:t> </a:t>
            </a:r>
            <a:r>
              <a:rPr lang="hu-HU" dirty="0" err="1"/>
              <a:t>many</a:t>
            </a:r>
            <a:r>
              <a:rPr lang="hu-HU" dirty="0"/>
              <a:t> </a:t>
            </a:r>
            <a:r>
              <a:rPr lang="hu-HU" dirty="0" err="1"/>
              <a:t>things</a:t>
            </a:r>
            <a:endParaRPr lang="hu-HU" dirty="0"/>
          </a:p>
          <a:p>
            <a:r>
              <a:rPr lang="hu-HU" dirty="0" err="1"/>
              <a:t>Search</a:t>
            </a:r>
            <a:r>
              <a:rPr lang="hu-HU" dirty="0"/>
              <a:t>/</a:t>
            </a:r>
            <a:r>
              <a:rPr lang="hu-HU" dirty="0" err="1"/>
              <a:t>Browse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page</a:t>
            </a:r>
            <a:endParaRPr lang="hu-HU" dirty="0"/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814217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The program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u-HU" dirty="0"/>
              <a:t>Backend - PHP – 8.1.5</a:t>
            </a:r>
            <a:endParaRPr lang="hu-HU" sz="2000" dirty="0"/>
          </a:p>
          <a:p>
            <a:pPr lvl="0"/>
            <a:r>
              <a:rPr lang="hu-HU" dirty="0"/>
              <a:t>Frontend – HTML/PHP</a:t>
            </a:r>
            <a:endParaRPr lang="hu-HU" sz="2000" dirty="0"/>
          </a:p>
          <a:p>
            <a:pPr lvl="1"/>
            <a:r>
              <a:rPr lang="hu-HU" dirty="0" err="1"/>
              <a:t>Javascript</a:t>
            </a:r>
            <a:r>
              <a:rPr lang="hu-HU" dirty="0"/>
              <a:t> - </a:t>
            </a:r>
            <a:r>
              <a:rPr lang="hu-HU" dirty="0" err="1"/>
              <a:t>TypeScript</a:t>
            </a:r>
            <a:endParaRPr lang="hu-HU" sz="1800" dirty="0"/>
          </a:p>
          <a:p>
            <a:pPr lvl="1"/>
            <a:r>
              <a:rPr lang="hu-HU" dirty="0" err="1"/>
              <a:t>Cascading</a:t>
            </a:r>
            <a:r>
              <a:rPr lang="hu-HU" dirty="0"/>
              <a:t> </a:t>
            </a:r>
            <a:r>
              <a:rPr lang="hu-HU" dirty="0" err="1"/>
              <a:t>Style</a:t>
            </a:r>
            <a:r>
              <a:rPr lang="hu-HU" dirty="0"/>
              <a:t> </a:t>
            </a:r>
            <a:r>
              <a:rPr lang="hu-HU" dirty="0" err="1"/>
              <a:t>Sheets</a:t>
            </a:r>
            <a:r>
              <a:rPr lang="hu-HU" dirty="0"/>
              <a:t> (CSS)</a:t>
            </a:r>
            <a:endParaRPr lang="hu-HU" sz="1800" dirty="0"/>
          </a:p>
          <a:p>
            <a:pPr lvl="1"/>
            <a:r>
              <a:rPr lang="hu-HU" dirty="0" err="1"/>
              <a:t>Bootstrap</a:t>
            </a:r>
            <a:r>
              <a:rPr lang="hu-HU" dirty="0"/>
              <a:t>  - 5.1.3</a:t>
            </a:r>
            <a:endParaRPr lang="hu-HU" sz="1800" dirty="0"/>
          </a:p>
          <a:p>
            <a:pPr lvl="1"/>
            <a:r>
              <a:rPr lang="hu-HU" dirty="0" err="1"/>
              <a:t>Owl</a:t>
            </a:r>
            <a:r>
              <a:rPr lang="hu-HU" dirty="0"/>
              <a:t> </a:t>
            </a:r>
            <a:r>
              <a:rPr lang="hu-HU" dirty="0" err="1"/>
              <a:t>Carousel</a:t>
            </a:r>
            <a:r>
              <a:rPr lang="hu-HU" dirty="0"/>
              <a:t>  2 – 2.3.4</a:t>
            </a:r>
            <a:endParaRPr lang="hu-HU" sz="1800" dirty="0"/>
          </a:p>
          <a:p>
            <a:pPr lvl="0"/>
            <a:r>
              <a:rPr lang="hu-HU" dirty="0" err="1"/>
              <a:t>Database</a:t>
            </a:r>
            <a:r>
              <a:rPr lang="hu-HU" dirty="0"/>
              <a:t> – </a:t>
            </a:r>
            <a:r>
              <a:rPr lang="hu-HU" dirty="0" err="1"/>
              <a:t>MySQL</a:t>
            </a:r>
            <a:endParaRPr lang="hu-HU" sz="2000" dirty="0"/>
          </a:p>
          <a:p>
            <a:pPr lvl="1"/>
            <a:r>
              <a:rPr lang="hu-HU" dirty="0" err="1"/>
              <a:t>Entity</a:t>
            </a:r>
            <a:r>
              <a:rPr lang="hu-HU" dirty="0"/>
              <a:t> Framework</a:t>
            </a:r>
            <a:endParaRPr lang="hu-HU" sz="1800" dirty="0"/>
          </a:p>
        </p:txBody>
      </p:sp>
    </p:spTree>
    <p:extLst>
      <p:ext uri="{BB962C8B-B14F-4D97-AF65-F5344CB8AC3E}">
        <p14:creationId xmlns:p14="http://schemas.microsoft.com/office/powerpoint/2010/main" val="1613066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Backend</a:t>
            </a:r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06" y="5145968"/>
            <a:ext cx="2914650" cy="1571625"/>
          </a:xfrm>
        </p:spPr>
      </p:pic>
      <p:sp>
        <p:nvSpPr>
          <p:cNvPr id="5" name="Szövegdoboz 4"/>
          <p:cNvSpPr txBox="1"/>
          <p:nvPr/>
        </p:nvSpPr>
        <p:spPr>
          <a:xfrm>
            <a:off x="399011" y="2502131"/>
            <a:ext cx="599347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hu-HU" dirty="0"/>
              <a:t>PHP – 8.1.5</a:t>
            </a:r>
          </a:p>
        </p:txBody>
      </p:sp>
    </p:spTree>
    <p:extLst>
      <p:ext uri="{BB962C8B-B14F-4D97-AF65-F5344CB8AC3E}">
        <p14:creationId xmlns:p14="http://schemas.microsoft.com/office/powerpoint/2010/main" val="1409397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Models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Migration</a:t>
            </a:r>
            <a:endParaRPr lang="hu-HU" dirty="0"/>
          </a:p>
          <a:p>
            <a:r>
              <a:rPr lang="hu-HU" dirty="0" err="1"/>
              <a:t>Tables</a:t>
            </a:r>
            <a:endParaRPr lang="hu-HU" dirty="0"/>
          </a:p>
          <a:p>
            <a:r>
              <a:rPr lang="hu-HU" dirty="0"/>
              <a:t>Backend-frontend </a:t>
            </a:r>
            <a:r>
              <a:rPr lang="hu-HU" dirty="0" err="1"/>
              <a:t>matches</a:t>
            </a: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859" y="3826753"/>
            <a:ext cx="2057687" cy="2505425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981" y="3797628"/>
            <a:ext cx="6403502" cy="2563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234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Frontend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dirty="0"/>
              <a:t>CSS</a:t>
            </a:r>
          </a:p>
          <a:p>
            <a:r>
              <a:rPr lang="hu-HU" dirty="0"/>
              <a:t>PHP</a:t>
            </a:r>
          </a:p>
          <a:p>
            <a:r>
              <a:rPr lang="hu-HU" dirty="0" err="1"/>
              <a:t>Javascript</a:t>
            </a:r>
            <a:endParaRPr lang="hu-HU" dirty="0"/>
          </a:p>
          <a:p>
            <a:r>
              <a:rPr lang="hu-HU" dirty="0" err="1"/>
              <a:t>Bootstrap</a:t>
            </a:r>
            <a:endParaRPr lang="hu-HU" dirty="0"/>
          </a:p>
          <a:p>
            <a:r>
              <a:rPr lang="hu-HU" dirty="0" err="1"/>
              <a:t>Owl-Carousel</a:t>
            </a:r>
            <a:r>
              <a:rPr lang="hu-HU" dirty="0"/>
              <a:t> 2</a:t>
            </a:r>
          </a:p>
        </p:txBody>
      </p:sp>
      <p:pic>
        <p:nvPicPr>
          <p:cNvPr id="6" name="Kép 6" descr="A képen szöveg látható&#10;&#10;Automatikusan generált leírás">
            <a:extLst>
              <a:ext uri="{FF2B5EF4-FFF2-40B4-BE49-F238E27FC236}">
                <a16:creationId xmlns:a16="http://schemas.microsoft.com/office/drawing/2014/main" id="{81062538-9F88-409D-520B-62F5341F4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297" y="2390775"/>
            <a:ext cx="1968355" cy="4114800"/>
          </a:xfrm>
          <a:prstGeom prst="rect">
            <a:avLst/>
          </a:prstGeom>
        </p:spPr>
      </p:pic>
      <p:pic>
        <p:nvPicPr>
          <p:cNvPr id="7" name="Kép 7" descr="A képen szöveg látható&#10;&#10;Automatikusan generált leírás">
            <a:extLst>
              <a:ext uri="{FF2B5EF4-FFF2-40B4-BE49-F238E27FC236}">
                <a16:creationId xmlns:a16="http://schemas.microsoft.com/office/drawing/2014/main" id="{51285313-5B2F-EAEF-0D67-8CCBEAAB2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0780" y="2236210"/>
            <a:ext cx="1981200" cy="3152775"/>
          </a:xfrm>
          <a:prstGeom prst="rect">
            <a:avLst/>
          </a:prstGeom>
        </p:spPr>
      </p:pic>
      <p:pic>
        <p:nvPicPr>
          <p:cNvPr id="8" name="Kép 8" descr="A képen szöveg, elsősegélykészlet, aláírás látható&#10;&#10;Automatikusan generált leírás">
            <a:extLst>
              <a:ext uri="{FF2B5EF4-FFF2-40B4-BE49-F238E27FC236}">
                <a16:creationId xmlns:a16="http://schemas.microsoft.com/office/drawing/2014/main" id="{EC280C7B-EB19-CEF9-0F39-A4737156FE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75" y="5537454"/>
            <a:ext cx="1457325" cy="1031367"/>
          </a:xfrm>
          <a:prstGeom prst="rect">
            <a:avLst/>
          </a:prstGeom>
        </p:spPr>
      </p:pic>
      <p:pic>
        <p:nvPicPr>
          <p:cNvPr id="9" name="Kép 9" descr="A képen szöveg, clipart látható&#10;&#10;Automatikusan generált leírás">
            <a:extLst>
              <a:ext uri="{FF2B5EF4-FFF2-40B4-BE49-F238E27FC236}">
                <a16:creationId xmlns:a16="http://schemas.microsoft.com/office/drawing/2014/main" id="{C59DDFA1-B9F6-C564-D156-FFA20CF05C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3100" y="5534025"/>
            <a:ext cx="828675" cy="1038225"/>
          </a:xfrm>
          <a:prstGeom prst="rect">
            <a:avLst/>
          </a:prstGeom>
        </p:spPr>
      </p:pic>
      <p:pic>
        <p:nvPicPr>
          <p:cNvPr id="10" name="Kép 10">
            <a:extLst>
              <a:ext uri="{FF2B5EF4-FFF2-40B4-BE49-F238E27FC236}">
                <a16:creationId xmlns:a16="http://schemas.microsoft.com/office/drawing/2014/main" id="{336A0FDC-ACB2-F9D1-ED1C-8D90D2C3E0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8475" y="5534025"/>
            <a:ext cx="1076325" cy="1038225"/>
          </a:xfrm>
          <a:prstGeom prst="rect">
            <a:avLst/>
          </a:prstGeom>
        </p:spPr>
      </p:pic>
      <p:pic>
        <p:nvPicPr>
          <p:cNvPr id="11" name="Kép 11">
            <a:extLst>
              <a:ext uri="{FF2B5EF4-FFF2-40B4-BE49-F238E27FC236}">
                <a16:creationId xmlns:a16="http://schemas.microsoft.com/office/drawing/2014/main" id="{6855D419-51B8-17A3-5FD5-AE121F196C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3888" y="5529263"/>
            <a:ext cx="1028700" cy="1038225"/>
          </a:xfrm>
          <a:prstGeom prst="rect">
            <a:avLst/>
          </a:prstGeom>
        </p:spPr>
      </p:pic>
      <p:pic>
        <p:nvPicPr>
          <p:cNvPr id="12" name="Kép 12" descr="A képen szöveg, aláírás, vektorgrafika látható&#10;&#10;Automatikusan generált leírás">
            <a:extLst>
              <a:ext uri="{FF2B5EF4-FFF2-40B4-BE49-F238E27FC236}">
                <a16:creationId xmlns:a16="http://schemas.microsoft.com/office/drawing/2014/main" id="{4D650EAE-ACDC-50AC-216C-F16EF2E71F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2625" y="5534025"/>
            <a:ext cx="923925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776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Database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dirty="0" err="1"/>
              <a:t>MySQL</a:t>
            </a:r>
            <a:endParaRPr lang="hu-HU"/>
          </a:p>
          <a:p>
            <a:r>
              <a:rPr lang="hu-HU" dirty="0" err="1"/>
              <a:t>Model</a:t>
            </a:r>
            <a:r>
              <a:rPr lang="hu-HU" dirty="0"/>
              <a:t> </a:t>
            </a:r>
            <a:r>
              <a:rPr lang="hu-HU" dirty="0" err="1"/>
              <a:t>First</a:t>
            </a:r>
            <a:endParaRPr lang="hu-HU"/>
          </a:p>
          <a:p>
            <a:r>
              <a:rPr lang="hu-HU" dirty="0" err="1"/>
              <a:t>Entity</a:t>
            </a:r>
            <a:r>
              <a:rPr lang="hu-HU" dirty="0"/>
              <a:t> Framework</a:t>
            </a:r>
          </a:p>
          <a:p>
            <a:r>
              <a:rPr lang="hu-HU" dirty="0"/>
              <a:t>3 </a:t>
            </a:r>
            <a:r>
              <a:rPr lang="hu-HU" dirty="0" err="1"/>
              <a:t>tables</a:t>
            </a:r>
            <a:endParaRPr lang="hu-HU"/>
          </a:p>
        </p:txBody>
      </p:sp>
      <p:pic>
        <p:nvPicPr>
          <p:cNvPr id="4" name="Kép 4">
            <a:extLst>
              <a:ext uri="{FF2B5EF4-FFF2-40B4-BE49-F238E27FC236}">
                <a16:creationId xmlns:a16="http://schemas.microsoft.com/office/drawing/2014/main" id="{8F9B917A-D9E3-767F-050C-CC0F16C5A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3032379"/>
            <a:ext cx="4305300" cy="2650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471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ím 5">
            <a:extLst>
              <a:ext uri="{FF2B5EF4-FFF2-40B4-BE49-F238E27FC236}">
                <a16:creationId xmlns:a16="http://schemas.microsoft.com/office/drawing/2014/main" id="{FC2D333A-7EC6-3CFF-1EF0-88E23AA22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Database</a:t>
            </a:r>
          </a:p>
        </p:txBody>
      </p:sp>
      <p:pic>
        <p:nvPicPr>
          <p:cNvPr id="9" name="Kép 9">
            <a:extLst>
              <a:ext uri="{FF2B5EF4-FFF2-40B4-BE49-F238E27FC236}">
                <a16:creationId xmlns:a16="http://schemas.microsoft.com/office/drawing/2014/main" id="{F19FBDD4-D9DC-31B9-480F-6EF51AC44B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1010" y="2284810"/>
            <a:ext cx="7842818" cy="4046991"/>
          </a:xfrm>
        </p:spPr>
      </p:pic>
    </p:spTree>
    <p:extLst>
      <p:ext uri="{BB962C8B-B14F-4D97-AF65-F5344CB8AC3E}">
        <p14:creationId xmlns:p14="http://schemas.microsoft.com/office/powerpoint/2010/main" val="2552367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Responsivity</a:t>
            </a:r>
            <a:endParaRPr lang="hu-HU" dirty="0"/>
          </a:p>
        </p:txBody>
      </p:sp>
      <p:pic>
        <p:nvPicPr>
          <p:cNvPr id="4" name="Kép 4">
            <a:extLst>
              <a:ext uri="{FF2B5EF4-FFF2-40B4-BE49-F238E27FC236}">
                <a16:creationId xmlns:a16="http://schemas.microsoft.com/office/drawing/2014/main" id="{B529554E-09A7-0BD9-9807-A9217520B7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184" y="3117923"/>
            <a:ext cx="6398784" cy="3599316"/>
          </a:xfrm>
        </p:spPr>
      </p:pic>
      <p:pic>
        <p:nvPicPr>
          <p:cNvPr id="5" name="Kép 5">
            <a:extLst>
              <a:ext uri="{FF2B5EF4-FFF2-40B4-BE49-F238E27FC236}">
                <a16:creationId xmlns:a16="http://schemas.microsoft.com/office/drawing/2014/main" id="{14994018-DDE8-3AE3-E72C-7007EFCF9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1950" y="2769095"/>
            <a:ext cx="2962275" cy="3824886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C57295B3-AC1A-1AD6-538A-50F465AA1B45}"/>
              </a:ext>
            </a:extLst>
          </p:cNvPr>
          <p:cNvSpPr txBox="1"/>
          <p:nvPr/>
        </p:nvSpPr>
        <p:spPr>
          <a:xfrm>
            <a:off x="7824354" y="2161309"/>
            <a:ext cx="373033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dirty="0" err="1"/>
              <a:t>Optimized</a:t>
            </a:r>
            <a:r>
              <a:rPr lang="hu-HU" dirty="0"/>
              <a:t> </a:t>
            </a:r>
            <a:r>
              <a:rPr lang="hu-HU" dirty="0" err="1"/>
              <a:t>for</a:t>
            </a:r>
            <a:r>
              <a:rPr lang="hu-HU" dirty="0"/>
              <a:t> Mobile </a:t>
            </a:r>
            <a:r>
              <a:rPr lang="hu-HU" dirty="0" err="1"/>
              <a:t>Devices</a:t>
            </a:r>
          </a:p>
          <a:p>
            <a:endParaRPr lang="hu-HU" dirty="0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1CDE2596-8DF0-9A06-E022-B07A5E201592}"/>
              </a:ext>
            </a:extLst>
          </p:cNvPr>
          <p:cNvSpPr txBox="1"/>
          <p:nvPr/>
        </p:nvSpPr>
        <p:spPr>
          <a:xfrm>
            <a:off x="260638" y="2105025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dirty="0"/>
              <a:t>Access </a:t>
            </a:r>
            <a:r>
              <a:rPr lang="hu-HU" dirty="0" err="1"/>
              <a:t>from</a:t>
            </a:r>
            <a:r>
              <a:rPr lang="hu-HU" dirty="0"/>
              <a:t> </a:t>
            </a:r>
            <a:r>
              <a:rPr lang="hu-HU" dirty="0" err="1"/>
              <a:t>everywhere</a:t>
            </a:r>
          </a:p>
        </p:txBody>
      </p:sp>
    </p:spTree>
    <p:extLst>
      <p:ext uri="{BB962C8B-B14F-4D97-AF65-F5344CB8AC3E}">
        <p14:creationId xmlns:p14="http://schemas.microsoft.com/office/powerpoint/2010/main" val="1064336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8754C86-8A7B-1E96-D9FF-1D4926AF3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Responsivity</a:t>
            </a:r>
          </a:p>
        </p:txBody>
      </p:sp>
      <p:pic>
        <p:nvPicPr>
          <p:cNvPr id="4" name="Kép 4">
            <a:extLst>
              <a:ext uri="{FF2B5EF4-FFF2-40B4-BE49-F238E27FC236}">
                <a16:creationId xmlns:a16="http://schemas.microsoft.com/office/drawing/2014/main" id="{FE297E2A-CF45-C8E2-0312-7A3C447824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42248" y="2272796"/>
            <a:ext cx="3583535" cy="4332741"/>
          </a:xfrm>
        </p:spPr>
      </p:pic>
      <p:pic>
        <p:nvPicPr>
          <p:cNvPr id="5" name="Kép 5">
            <a:extLst>
              <a:ext uri="{FF2B5EF4-FFF2-40B4-BE49-F238E27FC236}">
                <a16:creationId xmlns:a16="http://schemas.microsoft.com/office/drawing/2014/main" id="{DC08B783-9DBB-6B39-7DC7-8694B79B4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2663786"/>
            <a:ext cx="5915025" cy="3540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471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Teamwork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dirty="0"/>
              <a:t>GitHub</a:t>
            </a:r>
          </a:p>
          <a:p>
            <a:r>
              <a:rPr lang="hu-HU" dirty="0" err="1"/>
              <a:t>Full</a:t>
            </a:r>
            <a:r>
              <a:rPr lang="hu-HU" dirty="0"/>
              <a:t> </a:t>
            </a:r>
            <a:r>
              <a:rPr lang="hu-HU" dirty="0" err="1"/>
              <a:t>stack</a:t>
            </a:r>
            <a:r>
              <a:rPr lang="hu-HU" dirty="0"/>
              <a:t> </a:t>
            </a:r>
            <a:r>
              <a:rPr lang="hu-HU" dirty="0" err="1"/>
              <a:t>seperation</a:t>
            </a:r>
          </a:p>
          <a:p>
            <a:r>
              <a:rPr lang="hu-HU" dirty="0" err="1"/>
              <a:t>Divided</a:t>
            </a:r>
            <a:r>
              <a:rPr lang="hu-HU" dirty="0"/>
              <a:t> </a:t>
            </a:r>
            <a:r>
              <a:rPr lang="hu-HU" dirty="0" err="1"/>
              <a:t>by</a:t>
            </a:r>
            <a:r>
              <a:rPr lang="hu-HU" dirty="0"/>
              <a:t> </a:t>
            </a:r>
            <a:r>
              <a:rPr lang="hu-HU" dirty="0" err="1"/>
              <a:t>tasks</a:t>
            </a:r>
          </a:p>
          <a:p>
            <a:r>
              <a:rPr lang="hu-HU" dirty="0" err="1"/>
              <a:t>Clean</a:t>
            </a:r>
            <a:r>
              <a:rPr lang="hu-HU" dirty="0"/>
              <a:t> </a:t>
            </a:r>
            <a:r>
              <a:rPr lang="hu-HU" dirty="0" err="1"/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980992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Teamwork</a:t>
            </a:r>
            <a:r>
              <a:rPr lang="hu-HU" dirty="0"/>
              <a:t> - Frontend / Backend / </a:t>
            </a:r>
            <a:r>
              <a:rPr lang="hu-HU" dirty="0" err="1"/>
              <a:t>Database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7757396" y="2308298"/>
            <a:ext cx="2832061" cy="35993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hu-HU" dirty="0"/>
              <a:t>      </a:t>
            </a:r>
            <a:r>
              <a:rPr lang="hu-HU" dirty="0" err="1"/>
              <a:t>Database</a:t>
            </a:r>
            <a:endParaRPr lang="hu-HU" dirty="0"/>
          </a:p>
          <a:p>
            <a:pPr marL="0" indent="0">
              <a:buNone/>
            </a:pPr>
            <a:endParaRPr lang="hu-HU" dirty="0"/>
          </a:p>
          <a:p>
            <a:r>
              <a:rPr lang="hu-HU" dirty="0"/>
              <a:t>Varga Bianka</a:t>
            </a:r>
          </a:p>
          <a:p>
            <a:pPr marL="0" indent="0">
              <a:buNone/>
            </a:pPr>
            <a:r>
              <a:rPr lang="hu-HU" dirty="0">
                <a:ea typeface="+mn-lt"/>
                <a:cs typeface="+mn-lt"/>
              </a:rPr>
              <a:t>________________</a:t>
            </a:r>
          </a:p>
          <a:p>
            <a:r>
              <a:rPr lang="hu-HU" dirty="0" err="1"/>
              <a:t>Database</a:t>
            </a:r>
            <a:endParaRPr lang="hu-HU"/>
          </a:p>
          <a:p>
            <a:pPr lvl="1"/>
            <a:r>
              <a:rPr lang="hu-HU" dirty="0" err="1"/>
              <a:t>Tables</a:t>
            </a:r>
            <a:endParaRPr lang="hu-HU"/>
          </a:p>
          <a:p>
            <a:pPr lvl="1"/>
            <a:r>
              <a:rPr lang="hu-HU" dirty="0" err="1"/>
              <a:t>Datas</a:t>
            </a:r>
            <a:endParaRPr lang="hu-HU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4AF055BE-EE9A-81F2-DFF3-77788C949DFE}"/>
              </a:ext>
            </a:extLst>
          </p:cNvPr>
          <p:cNvSpPr txBox="1"/>
          <p:nvPr/>
        </p:nvSpPr>
        <p:spPr>
          <a:xfrm>
            <a:off x="4486275" y="2305050"/>
            <a:ext cx="2743200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300" dirty="0"/>
              <a:t>        Backend</a:t>
            </a:r>
          </a:p>
          <a:p>
            <a:endParaRPr lang="hu-HU" sz="2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300" dirty="0"/>
              <a:t>Kocsis Gábor</a:t>
            </a:r>
            <a:endParaRPr lang="hu-HU" dirty="0"/>
          </a:p>
          <a:p>
            <a:r>
              <a:rPr lang="hu-HU" sz="2300" dirty="0">
                <a:ea typeface="+mn-lt"/>
                <a:cs typeface="+mn-lt"/>
              </a:rPr>
              <a:t>_______________</a:t>
            </a:r>
          </a:p>
          <a:p>
            <a:r>
              <a:rPr lang="hu-HU" sz="2300" dirty="0" err="1"/>
              <a:t>All</a:t>
            </a:r>
            <a:r>
              <a:rPr lang="hu-HU" sz="2300" dirty="0"/>
              <a:t> of </a:t>
            </a:r>
            <a:r>
              <a:rPr lang="hu-HU" sz="2300" dirty="0" err="1"/>
              <a:t>them</a:t>
            </a:r>
          </a:p>
          <a:p>
            <a:endParaRPr lang="hu-HU" sz="2300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2A65B938-BE4C-FEDB-E359-B4949A80ED6A}"/>
              </a:ext>
            </a:extLst>
          </p:cNvPr>
          <p:cNvSpPr txBox="1"/>
          <p:nvPr/>
        </p:nvSpPr>
        <p:spPr>
          <a:xfrm>
            <a:off x="428625" y="2305050"/>
            <a:ext cx="2743200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dirty="0"/>
              <a:t>       Frontend</a:t>
            </a:r>
          </a:p>
          <a:p>
            <a:endParaRPr lang="hu-HU" sz="2400" dirty="0"/>
          </a:p>
          <a:p>
            <a:pPr marL="285750" indent="-285750">
              <a:buFont typeface="Arial"/>
              <a:buChar char="•"/>
            </a:pPr>
            <a:r>
              <a:rPr lang="hu-HU" sz="2400" dirty="0"/>
              <a:t>Nánási Zoltán</a:t>
            </a:r>
            <a:endParaRPr lang="hu-HU"/>
          </a:p>
          <a:p>
            <a:r>
              <a:rPr lang="hu-HU" sz="2400" dirty="0"/>
              <a:t>_______________</a:t>
            </a:r>
          </a:p>
          <a:p>
            <a:pPr marL="342900" indent="-342900">
              <a:buFont typeface="Arial,Sans-Serif"/>
              <a:buChar char="•"/>
            </a:pPr>
            <a:r>
              <a:rPr lang="hu-HU" sz="2400" dirty="0" err="1">
                <a:ea typeface="+mn-lt"/>
                <a:cs typeface="+mn-lt"/>
              </a:rPr>
              <a:t>Component</a:t>
            </a:r>
            <a:endParaRPr lang="en-US" sz="2400">
              <a:ea typeface="+mn-lt"/>
              <a:cs typeface="+mn-lt"/>
            </a:endParaRPr>
          </a:p>
          <a:p>
            <a:pPr marL="800100" lvl="1" indent="-342900">
              <a:buFont typeface="Arial,Sans-Serif"/>
              <a:buChar char="•"/>
            </a:pPr>
            <a:r>
              <a:rPr lang="hu-HU" sz="2400" dirty="0" err="1">
                <a:ea typeface="+mn-lt"/>
                <a:cs typeface="+mn-lt"/>
              </a:rPr>
              <a:t>Categories</a:t>
            </a:r>
            <a:endParaRPr lang="hu-HU" sz="2400">
              <a:ea typeface="+mn-lt"/>
              <a:cs typeface="+mn-lt"/>
            </a:endParaRPr>
          </a:p>
          <a:p>
            <a:pPr marL="800100" lvl="1" indent="-342900">
              <a:buFont typeface="Arial,Sans-Serif"/>
              <a:buChar char="•"/>
            </a:pPr>
            <a:r>
              <a:rPr lang="hu-HU" sz="2400" dirty="0" err="1">
                <a:ea typeface="+mn-lt"/>
                <a:cs typeface="+mn-lt"/>
              </a:rPr>
              <a:t>Pages</a:t>
            </a:r>
          </a:p>
          <a:p>
            <a:pPr marL="800100" lvl="1" indent="-342900">
              <a:buFont typeface="Arial,Sans-Serif"/>
              <a:buChar char="•"/>
            </a:pPr>
            <a:r>
              <a:rPr lang="hu-HU" sz="2400" dirty="0" err="1">
                <a:ea typeface="+mn-lt"/>
                <a:cs typeface="+mn-lt"/>
              </a:rPr>
              <a:t>Carousel</a:t>
            </a:r>
            <a:endParaRPr lang="hu-HU" sz="2400">
              <a:ea typeface="+mn-lt"/>
              <a:cs typeface="+mn-lt"/>
            </a:endParaRPr>
          </a:p>
          <a:p>
            <a:pPr marL="800100" lvl="1" indent="-342900">
              <a:buFont typeface="Arial,Sans-Serif"/>
              <a:buChar char="•"/>
            </a:pPr>
            <a:r>
              <a:rPr lang="hu-HU" sz="2400" dirty="0" err="1">
                <a:ea typeface="+mn-lt"/>
                <a:cs typeface="+mn-lt"/>
              </a:rPr>
              <a:t>Navigation</a:t>
            </a:r>
            <a:endParaRPr lang="en-US" sz="2400" dirty="0" err="1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hu-HU" sz="2400" dirty="0" err="1">
                <a:ea typeface="+mn-lt"/>
                <a:cs typeface="+mn-lt"/>
              </a:rPr>
              <a:t>Images</a:t>
            </a:r>
            <a:endParaRPr lang="hu-HU" sz="2400"/>
          </a:p>
        </p:txBody>
      </p:sp>
    </p:spTree>
    <p:extLst>
      <p:ext uri="{BB962C8B-B14F-4D97-AF65-F5344CB8AC3E}">
        <p14:creationId xmlns:p14="http://schemas.microsoft.com/office/powerpoint/2010/main" val="725317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1F73E33-ADB2-48C9-4499-D4BD4A030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Publication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05C7722-DDCB-836A-4863-553993FD0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dirty="0"/>
              <a:t>GitHub </a:t>
            </a:r>
            <a:r>
              <a:rPr lang="hu-HU" dirty="0" err="1"/>
              <a:t>Actions</a:t>
            </a:r>
            <a:endParaRPr lang="hu-HU"/>
          </a:p>
          <a:p>
            <a:r>
              <a:rPr lang="hu-HU" dirty="0" err="1"/>
              <a:t>Images</a:t>
            </a:r>
            <a:r>
              <a:rPr lang="hu-HU" dirty="0"/>
              <a:t> - </a:t>
            </a:r>
            <a:r>
              <a:rPr lang="hu-HU" dirty="0" err="1"/>
              <a:t>stored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</a:t>
            </a:r>
            <a:r>
              <a:rPr lang="hu-HU" dirty="0" err="1"/>
              <a:t>github</a:t>
            </a:r>
            <a:endParaRPr lang="hu-HU" dirty="0"/>
          </a:p>
        </p:txBody>
      </p:sp>
      <p:pic>
        <p:nvPicPr>
          <p:cNvPr id="4" name="Kép 4">
            <a:extLst>
              <a:ext uri="{FF2B5EF4-FFF2-40B4-BE49-F238E27FC236}">
                <a16:creationId xmlns:a16="http://schemas.microsoft.com/office/drawing/2014/main" id="{E498EAAD-853B-6F0A-EF2E-5F433CCA5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122" y="3717781"/>
            <a:ext cx="2895600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24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Future</a:t>
            </a:r>
            <a:r>
              <a:rPr lang="hu-HU" dirty="0"/>
              <a:t> (Bele kellene rakni?)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dirty="0"/>
              <a:t>Online </a:t>
            </a:r>
            <a:r>
              <a:rPr lang="hu-HU" dirty="0" err="1"/>
              <a:t>Payment</a:t>
            </a:r>
          </a:p>
          <a:p>
            <a:r>
              <a:rPr lang="hu-HU" dirty="0" err="1"/>
              <a:t>Advertisement</a:t>
            </a:r>
          </a:p>
        </p:txBody>
      </p:sp>
    </p:spTree>
    <p:extLst>
      <p:ext uri="{BB962C8B-B14F-4D97-AF65-F5344CB8AC3E}">
        <p14:creationId xmlns:p14="http://schemas.microsoft.com/office/powerpoint/2010/main" val="1792596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93BE068-EB49-4EE8-B342-7FF888A4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B05C9B-60E1-40F3-BB02-7DAF0B1F0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artalom helye 2">
            <a:extLst>
              <a:ext uri="{FF2B5EF4-FFF2-40B4-BE49-F238E27FC236}">
                <a16:creationId xmlns:a16="http://schemas.microsoft.com/office/drawing/2014/main" id="{00AEAF00-E7E7-20A2-D99C-05C434EAB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664477"/>
            <a:ext cx="8324618" cy="3557525"/>
          </a:xfrm>
        </p:spPr>
        <p:txBody>
          <a:bodyPr anchor="b">
            <a:normAutofit/>
          </a:bodyPr>
          <a:lstStyle/>
          <a:p>
            <a:pPr marL="0" indent="0" algn="ctr">
              <a:buNone/>
            </a:pPr>
            <a:r>
              <a:rPr lang="hu-HU" sz="2800" dirty="0" err="1"/>
              <a:t>Thanks</a:t>
            </a:r>
            <a:r>
              <a:rPr lang="hu-HU" sz="2800" dirty="0"/>
              <a:t> </a:t>
            </a:r>
            <a:r>
              <a:rPr lang="hu-HU" sz="2800" dirty="0" err="1"/>
              <a:t>you</a:t>
            </a:r>
            <a:r>
              <a:rPr lang="hu-HU" sz="2800" dirty="0"/>
              <a:t> </a:t>
            </a:r>
            <a:r>
              <a:rPr lang="hu-HU" sz="2800" dirty="0" err="1"/>
              <a:t>for</a:t>
            </a:r>
            <a:r>
              <a:rPr lang="hu-HU" sz="2800" dirty="0"/>
              <a:t> </a:t>
            </a:r>
            <a:r>
              <a:rPr lang="hu-HU" sz="2800" dirty="0" err="1"/>
              <a:t>your</a:t>
            </a:r>
            <a:r>
              <a:rPr lang="hu-HU" sz="2800" dirty="0"/>
              <a:t> </a:t>
            </a:r>
            <a:r>
              <a:rPr lang="hu-HU" sz="2800" dirty="0" err="1"/>
              <a:t>attention</a:t>
            </a:r>
            <a:r>
              <a:rPr lang="hu-HU" sz="2800" dirty="0"/>
              <a:t>!</a:t>
            </a:r>
            <a:endParaRPr lang="hu-H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C94170-18D0-486D-BF90-C5D8F2465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6" y="6210130"/>
            <a:ext cx="8968085" cy="27594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F0C59B-04F6-4625-98E1-3A5809FD1D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557357"/>
            <a:ext cx="8978671" cy="1660332"/>
          </a:xfrm>
          <a:prstGeom prst="rect">
            <a:avLst/>
          </a:prstGeom>
          <a:solidFill>
            <a:srgbClr val="0D0D0D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BE1C694-DAA1-74DD-24B0-98AE41484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4714194"/>
            <a:ext cx="8129353" cy="1311176"/>
          </a:xfrm>
        </p:spPr>
        <p:txBody>
          <a:bodyPr anchor="b">
            <a:normAutofit/>
          </a:bodyPr>
          <a:lstStyle/>
          <a:p>
            <a:pPr algn="ctr"/>
            <a:r>
              <a:rPr lang="hu-HU" sz="4800" dirty="0">
                <a:solidFill>
                  <a:srgbClr val="FFFFFF"/>
                </a:solidFill>
              </a:rPr>
              <a:t>E-</a:t>
            </a:r>
            <a:r>
              <a:rPr lang="hu-HU" sz="4800" dirty="0" err="1">
                <a:solidFill>
                  <a:srgbClr val="FFFFFF"/>
                </a:solidFill>
              </a:rPr>
              <a:t>Commerce</a:t>
            </a:r>
            <a:r>
              <a:rPr lang="hu-HU" sz="4800" dirty="0">
                <a:solidFill>
                  <a:srgbClr val="FFFFFF"/>
                </a:solidFill>
              </a:rPr>
              <a:t> Webshop</a:t>
            </a:r>
            <a:endParaRPr lang="hu-HU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4F92A3-106C-4644-B506-76132863E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22301" y="6191468"/>
            <a:ext cx="3080285" cy="27594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D9C4DB-091C-47D0-BDA8-3375FF998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22301" y="4557357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53158619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14</TotalTime>
  <Words>99</Words>
  <Application>Microsoft Office PowerPoint</Application>
  <PresentationFormat>Szélesvásznú</PresentationFormat>
  <Paragraphs>33</Paragraphs>
  <Slides>15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16" baseType="lpstr">
      <vt:lpstr>Berlin</vt:lpstr>
      <vt:lpstr>E-Commerce Webshop</vt:lpstr>
      <vt:lpstr>Functions of the program</vt:lpstr>
      <vt:lpstr>The program</vt:lpstr>
      <vt:lpstr>Backend</vt:lpstr>
      <vt:lpstr>Models</vt:lpstr>
      <vt:lpstr>Frontend</vt:lpstr>
      <vt:lpstr>Database</vt:lpstr>
      <vt:lpstr>Database</vt:lpstr>
      <vt:lpstr>Responsivity</vt:lpstr>
      <vt:lpstr>Responsivity</vt:lpstr>
      <vt:lpstr>Teamwork</vt:lpstr>
      <vt:lpstr>Teamwork - Frontend / Backend / Database</vt:lpstr>
      <vt:lpstr>Publication</vt:lpstr>
      <vt:lpstr>Future (Bele kellene rakni?)</vt:lpstr>
      <vt:lpstr>E-Commerce Webshop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Webshop</dc:title>
  <dc:creator>Nánási Zoltán</dc:creator>
  <cp:lastModifiedBy>Nánási Zoltán</cp:lastModifiedBy>
  <cp:revision>172</cp:revision>
  <dcterms:created xsi:type="dcterms:W3CDTF">2022-04-30T09:52:01Z</dcterms:created>
  <dcterms:modified xsi:type="dcterms:W3CDTF">2022-04-30T11:50:32Z</dcterms:modified>
</cp:coreProperties>
</file>